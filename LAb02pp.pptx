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DC8C33-0490-974C-06D2-07793A628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FEBE69-1EBE-462F-29C8-D7FE176DC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DEB642-8B30-2A37-E3DE-781323C0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5785E2-A5A3-266F-51A9-98023543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BEDE19-538C-EBF6-001A-8EFE7692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315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F43C8-606A-AEB8-2C47-32E3086C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3E6FC7-4896-C91A-62B7-D0CB1594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0FB090-71A2-173A-762C-49B95F41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17E445-10A5-AB47-65A5-45C73FDD2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B2CF62-C893-AB78-ED33-C6DCC4CB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679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3196E-6AF4-ACBB-7AF4-36F6E7DA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59FF5B-0625-2461-B2EE-08BCEF4FD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8DF58C-7754-8275-B32B-B9274EADA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31FEE0-2A7B-748F-681D-8395775A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5668E-FFC1-1EC3-8FE7-7DF86239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930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6C97D-FECA-28F3-E43C-2076B5F57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301FE7-4364-0F2D-D6E9-68E63F886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4FE7B8-1E38-257F-22BA-F4F7ECEC5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839519-8663-3F52-1A42-4413760A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970159-4BBF-9C41-F30D-B7DAE657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F5F411-F71E-7604-A58A-DC1AB129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15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BFEF5-B9B0-D2B5-BBCB-74432298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57957C-4120-9EB2-D72D-D4F67988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FA154E-F18D-CEA8-18D2-72BD2BE55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2C99BE-B0A5-7D0E-0FCF-0C7B9E07F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7F88197-7821-9A16-DE9B-0F57D388E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AFB376-5439-9F63-9A74-8777A6831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C36CCC-CF2E-43E4-0527-33BA5080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F21CA9B-AA1F-E7A2-59F8-F085A913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270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610D8-110B-4CAC-47C7-BE5C15C9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51B794-E1E5-A59E-D41D-F6F142D5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DA0C33-5485-770E-0ECC-05EECC2D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8F69A9-8EB5-0025-331D-693B7B17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070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EC1DC7-B61D-AB26-9EF5-FB2F3B9B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2A78CB-A1EE-6B21-0BD1-D772FC1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430D7A-186A-4C08-83D3-6548B15A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24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546A36-557B-02F8-1229-FB2E17E8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9F378E-9F30-D184-43BE-29E2535D2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D1FA44-5458-3B1B-B8D2-16D98F1BB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A85845-68D2-47BC-698C-40A9B8121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866B69-3749-46F9-9108-BFE957D20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B39AD8-08C4-F735-21A8-1A4B3DCEA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299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0EAF7-550A-EC4C-34FB-CE80AB895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95DBC7-528E-04F4-3051-5E62718D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9BA6EE-E291-2F8E-0B8B-924AA6FC4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9749CB-881E-8858-76FC-4223CF23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B19E54-82AD-B2E6-40EF-804E7150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311FE5-5517-2529-22CC-C1D96592D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7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14A8C-B884-CA59-86B1-51FF0A9F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56AC2D-0363-3E57-ABDA-553D2DF39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8B6028-FE19-BE61-91C2-E1A04A1F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82B721-52CF-0067-3DEB-E89D98EF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ECED3D-A016-E0CE-B599-52FF20D7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95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11102B-66A7-BF3B-D0D6-F98DACE6B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653499-5259-72DB-8FC9-FA584A2B5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9C7B2F-4FE9-3B56-6C43-3BE636AB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933D2C-69FB-9919-5BEB-8BDC9C08F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3A67F3-5D20-13E6-1B7B-69688507B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247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13AE57-7387-DE93-B853-96E868ECD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4722D7-B581-72EA-8626-173B4BF26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D56817-D13B-9FC0-75F0-A3258BD62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016B9-686B-4D2B-9371-28BB92DF8E35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7CF719-3D21-0C24-B40D-60AD34677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3105FE-24E5-3C18-DA36-D35067ACF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1EE373-7E65-499B-B085-F85712B87AD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75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84D29FD-9DC8-8558-BCDE-15C6F5E03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460" y="44276"/>
            <a:ext cx="7379079" cy="67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1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C34C5E9-ED9E-ADB3-7C3D-0138B2AA7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375" y="568011"/>
            <a:ext cx="8439630" cy="509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04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EF09-8F0A-949E-E6D7-775AB9C98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3FAAA64-3B54-F686-98F2-CC94DD7D9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030" y="1213709"/>
            <a:ext cx="7220321" cy="52263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CB41B99-8136-1B87-9C12-E88BF1B7B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284" y="172733"/>
            <a:ext cx="2711589" cy="91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9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0CF7-DA17-1199-902D-619C0F60D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5F3C3AC-2532-5B53-C3BC-1997B6571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685659"/>
            <a:ext cx="9131769" cy="5486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8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BE73D-0371-02A1-BD1A-29D7790C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D8ADFE-C8C8-A144-BAC4-88260C9A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92" y="1563549"/>
            <a:ext cx="8369730" cy="29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8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3AD8D-DDC7-969B-A1CC-B8DCC841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1AF082-1478-FD3B-F913-46E104F38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201" y="120480"/>
            <a:ext cx="8693597" cy="661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70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2B6FC-3E2A-D634-1FA9-223827D9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A5BED0-0105-BA11-F073-FEC1352D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980" y="0"/>
            <a:ext cx="8650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9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9C3B4-CB63-4E7A-7368-E141D318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32294A-E847-486F-931D-9472C0A3E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741" y="310990"/>
            <a:ext cx="6172517" cy="62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921E-339F-8A8F-BE9B-A7B224B5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F1110D-3E00-E459-51AB-001624EF9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400" y="482448"/>
            <a:ext cx="6801200" cy="58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24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F265-AC7B-4D36-C02C-87878D02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ACAFD70-A262-F06A-C95B-02F9BC48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76" y="406244"/>
            <a:ext cx="6769448" cy="604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9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F56B-8252-E162-0A14-60B6C701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1307DD-4B34-44B4-BB01-402A6CCE0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95" y="730111"/>
            <a:ext cx="6979009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65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3EF5-8F38-5F3F-D5A5-F0C9FC7E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B41A8D-B056-EE54-2546-79247A810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66" y="104604"/>
            <a:ext cx="7150467" cy="664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0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9E49-CE56-1FE8-D009-EE2051BD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956F8C-9B19-9CD0-F1EB-4E6C4AA6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809" y="714235"/>
            <a:ext cx="9360381" cy="542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48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D46B-9B45-739A-2F11-A3DCE56B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CDAC12-2AFC-D868-E500-66E6068E5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16" y="142706"/>
            <a:ext cx="7163168" cy="657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141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EA17-96C6-61E8-9942-DDA39037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838681-8C55-A238-CC55-A2997C60C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06" y="314165"/>
            <a:ext cx="8515788" cy="622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694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0581DD2-5674-A711-6409-8EAFBFB3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58" y="1066678"/>
            <a:ext cx="8426883" cy="47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95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C61E6F-8E68-E811-10F7-AC66C94FE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11" y="387193"/>
            <a:ext cx="8312577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437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AA3E-1C52-3803-ACC1-EC5300A2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5970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6F671-D8D8-45FD-3BA1-8FD4EC29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52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Panorámica</PresentationFormat>
  <Paragraphs>0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Torreskwin Wst</dc:creator>
  <cp:lastModifiedBy>Torreskwin Wst</cp:lastModifiedBy>
  <cp:revision>1</cp:revision>
  <dcterms:created xsi:type="dcterms:W3CDTF">2026-09-22T21:28:53Z</dcterms:created>
  <dcterms:modified xsi:type="dcterms:W3CDTF">2026-09-22T21:36:03Z</dcterms:modified>
</cp:coreProperties>
</file>